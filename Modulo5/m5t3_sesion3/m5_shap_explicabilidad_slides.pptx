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Plus de interpretabilidad. Usamos un modelo de churn (cancelación de pólizas) y SHAP para explicar sus predicciones.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caso: churn. La clave es que predecir no basta; para retener hay que entender el porqué de cada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dilema: los modelos potentes son opacos. En seguros (regulado) eso es un problema serio. Por eso la explicabilidad.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Regulación, confianza, control y acción. En seguros las cuatro pegan fuerte, sobre todo la regulatoria.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 = contribución de cada variable a cada predicción. Local y global. El gancho: es el 'por qué esta prima' generalizado.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Beeswarm: distribución del impacto por variable. Rojo a la derecha arriba = valores altos de esa variable empujan al churn.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Importancia global = promedio del |SHAP|. El modelo recupera drivers que tienen sentido de negocio: aumento de prima, antigüedad, competencia, quejas.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waterfall es la joya: explica UN caso. Esto es lo que le enseñas a un agente, a un cliente o a la CNSF.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Dependence plot: el efecto de una variable a lo largo de su rango. Útil para ver no-linealidades y umbrales.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Shapash = app de explicabilidad out-of-the-box. Una línea lanza el dashboard. Mencionar que con Streamlit también se puede, pero ya es decisión de ellos.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SHAP + Shapash dan explicabilidad lista para usar. La explicabilidad es lo que vuelve usable un modelo potente en un entorno regulado.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114800"/>
            <a:ext cx="2926080" cy="2926080"/>
          </a:xfrm>
          <a:prstGeom prst="ellipse">
            <a:avLst/>
          </a:prstGeom>
          <a:solidFill>
            <a:srgbClr val="2A9D8F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103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· INTERPRETABILIDAD DE MODELOS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146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Explicabilidad con SHAP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94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el modelo predice que este cliente va a cancelar su póliza?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Diplomado Machine Learning en Seguros · FC UNAM · Eric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· CHURN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¿Quién va a cancelar su póliza, y por qué?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10607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= que un cliente cancele o no renueve su póliza.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Retener cuesta mucho menos que captar un cliente nuevo.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puede predecir quién está en riesgo… pero para ACTUAR hay que saber POR QUÉ.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“Este cliente se va a ir” no sirve; “se va por el aumento de prima” sí: le ofreces algo.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4526280"/>
            <a:ext cx="10835640" cy="1005840"/>
          </a:xfrm>
          <a:prstGeom prst="roundRect">
            <a:avLst>
              <a:gd name="adj" fmla="val 7273"/>
            </a:avLst>
          </a:prstGeom>
          <a:solidFill>
            <a:srgbClr val="E8F3F1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46634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predicción dice QUIÉN; la explicación dice QUÉ HACER.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ACIERTA… ¿PERO POR QUÉ?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de la caja negra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5257800" cy="3017520"/>
          </a:xfrm>
          <a:prstGeom prst="roundRect">
            <a:avLst>
              <a:gd name="adj" fmla="val 2424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preciso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69748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Random Forest / GBM acierta bien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…pero es una CAJA NEGRA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ves cómo llegó a su respuesta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5257800" cy="3017520"/>
          </a:xfrm>
          <a:prstGeom prst="roundRect">
            <a:avLst>
              <a:gd name="adj" fmla="val 2424"/>
            </a:avLst>
          </a:prstGeom>
          <a:solidFill>
            <a:srgbClr val="FBECEC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explicación, no puedes…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69748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Justificarlo ante la CNSF o el cliente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Confiar / detectar si está sesgado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qué palanca mover para retener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NECESITA EXPLICABILIDAD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razones muy concretas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945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21488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Justificar decisiones ante la CNSF y el cliente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219456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2A9D8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21945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21488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negocio adopta lo que entiende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52044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379476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E9C46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7947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37490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sesgos, fugas de datos y errores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352044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379476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37947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7490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qué cambiar para retener / mejorar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SHAP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Reparte la predicción entre las variables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asigna a cada variable cuánto EMPUJA la predicción de un caso (hacia “cancela” o “se queda”).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basa en los valores de Shapley (teoría de juegos): reparto justo de la “contribución”.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LOCAL: explica UN cliente. GLOBAL: promediando todos, qué variables importan en el modelo.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con cualquier modelo; con árboles es rápido y exacto (TreeExplainer).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4663440"/>
            <a:ext cx="10835640" cy="91440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48006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versión general del “¿por qué esta prima?” del pricing — pero para CUALQUIER modelo.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· BEESWARM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punto es un cliente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49808" y="1709928"/>
            <a:ext cx="7278624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5" name="Image 0" descr="img/beeswa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783080"/>
            <a:ext cx="7132320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0" y="192024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458200" y="2103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leerlo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458200" y="2560320"/>
            <a:ext cx="2880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Derecha = empuja a cancelar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= valor (rojo alto, azul bajo)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Arriba = variable más importante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· IMPORTANCIA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variables mueven el modelo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49808" y="1709928"/>
            <a:ext cx="7278624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5" name="Image 0" descr="img/b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783080"/>
            <a:ext cx="7132320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0" y="192024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E8F3F1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458200" y="2103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drivers del churn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458200" y="2560320"/>
            <a:ext cx="2880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 de prima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Antigüedad (protege)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Competidor más barato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Quejas · multiproducto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· ¿POR QUÉ ESTE CLIENTE?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waterfall descompone una predicción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49808" y="1709928"/>
            <a:ext cx="7278624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5" name="Image 0" descr="img/waterfa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783080"/>
            <a:ext cx="7132320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0" y="192024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458200" y="21031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base a la predicción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458200" y="2560320"/>
            <a:ext cx="2880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Arranca en el valor base (promedio)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variable suma o resta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 en la predicción del cliente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sí se lo explicas a una persona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actúa una variable en todo el rango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49808" y="1709928"/>
            <a:ext cx="7278624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5" name="Image 0" descr="img/depende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783080"/>
            <a:ext cx="7132320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0" y="192024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F1F5F8"/>
          </a:solidFill>
          <a:ln/>
          <a:effectLst>
            <a:outerShdw sx="100000" sy="100000" kx="0" ky="0" algn="bl" rotWithShape="0" blurRad="76200" dist="25400" dir="5400000">
              <a:srgbClr val="9AA9B5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458200" y="21031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 de prima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458200" y="2560320"/>
            <a:ext cx="2880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mayor aumento de prima, mayor el empuje hacia la cancelación. La relación no tiene que ser lineal: SHAP la muestra tal cual.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SHAPASH · LA APP LISTA PARA USAR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Explicabilidad sin programar la interfaz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835640" cy="1463040"/>
          </a:xfrm>
          <a:prstGeom prst="roundRect">
            <a:avLst>
              <a:gd name="adj" fmla="val 3125"/>
            </a:avLst>
          </a:prstGeom>
          <a:solidFill>
            <a:srgbClr val="102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86968" y="187452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shapash import SmartExplainer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xpl = SmartExplainer(model=model, preprocessing=enc)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xpl.compile(x=X_test, y_pred=pred)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xpl.run_app()      # abre un dashboard en http://localhost:8050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118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Shapash se construye SOBRE SHAP y te arma un dashboard interactivo solo.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Exploras cliente por cliente, con los nombres y valores legibles.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Alternativa: incrustar SHAP en Streamlit (streamlit-shap) — más control, más trabajo.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4023360" cy="402336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737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LLEVAR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488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modelo que se explica es un modelo que se puede usar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29184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SHAP: por qué una predicción — global (beeswarm/barras) y local (waterfall)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con cualquier modelo; es el “¿por qué esta prima?” generalizado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Shapash: un dashboard de explicabilidad listo, en una línea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seguros: justificar ante la CNSF, generar confianza y saber qué mover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2026-10-23T19:48:07Z</dcterms:created>
  <dcterms:modified xsi:type="dcterms:W3CDTF">2026-10-23T19:48:07Z</dcterms:modified>
</cp:coreProperties>
</file>