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Bloque A. Hoy no agregamos modelos: profesionalizamos el tablero con pestañas, descarga que sí funciona, memoria de estado y toques de UX. Dejamos listo el cascarón del cotizador para el 3-oct.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tablero funciona pero se ve básico. Estos cuatro bloques lo vuelven presentable. Hoy los cubrimos todos.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st.tabs devuelve un contenedor por pestaña; dentro de cada 'with tabN:' pones lo que va en esa vista.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error típico: pasar una ruta a to_csv (regresa None) o el método sin (). Nuestro botón siempre funciona y es explícito.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concepto: el rerun olvida; session_state recuerda. Lo usaremos para que el perfil del cotizador persista.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Útil cuando hay varios filtros: evita recalcular en cada movimiento. Buen momento para hablar de rendimiento.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 baratos de agregar y se notan muchísimo. El delta en las tarjetas es el que más 'vende'.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Armamos la estructura de la vista hoy; el cálculo de la prima es la apertura del Bloque B. Separar UX de modelo es buena práctica.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y gancho al 3-oct: el cotizador con la prima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114800"/>
            <a:ext cx="2926080" cy="2926080"/>
          </a:xfrm>
          <a:prstGeom prst="ellipse">
            <a:avLst/>
          </a:prstGeom>
          <a:solidFill>
            <a:srgbClr val="2A9D8F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TEMA 1 · SESIÓN 2-OCT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0604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Dashboards profesionales con Streamlit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complementos que lo sacan de “básico”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Diplomado Machine Learning en Seguros · FC UNAM · Eric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LE FALTA A NUESTRO TABLERO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básico a profesional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5166360" cy="1737360"/>
          </a:xfrm>
          <a:prstGeom prst="roundRect">
            <a:avLst>
              <a:gd name="adj" fmla="val 4211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194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26974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Pestañas con st.tabs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5166360" cy="1737360"/>
          </a:xfrm>
          <a:prstGeom prst="roundRect">
            <a:avLst>
              <a:gd name="adj" fmla="val 4211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194560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⬇️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194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26974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que sí funciona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3840480"/>
            <a:ext cx="5166360" cy="1737360"/>
          </a:xfrm>
          <a:prstGeom prst="roundRect">
            <a:avLst>
              <a:gd name="adj" fmla="val 4211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1605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46634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st.session_state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0" y="3840480"/>
            <a:ext cx="5166360" cy="1737360"/>
          </a:xfrm>
          <a:prstGeom prst="roundRect">
            <a:avLst>
              <a:gd name="adj" fmla="val 4211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160520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✨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Pulido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46634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metric, form, contenedores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CON st.tabs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tablero, varias vistas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373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vez de un scroll larguísimo, separamos en pestañas con un propósito cada una: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10896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ratios y gráficos del portafolio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80560" y="237744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75488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310896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tabla, con filtros y descarga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75320" y="237744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54964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Cotizador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549640" y="310896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perfil y ver su prima (lo armamos el 3-oct)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4937760"/>
            <a:ext cx="10835640" cy="685800"/>
          </a:xfrm>
          <a:prstGeom prst="roundRect">
            <a:avLst>
              <a:gd name="adj" fmla="val 6667"/>
            </a:avLst>
          </a:prstGeom>
          <a:solidFill>
            <a:srgbClr val="102A3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937760"/>
            <a:ext cx="10378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tab1, tab2, tab3 = st.tabs(["Cartera", "Detalle", "Cotizador"])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DATOS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iconito de la tabla baja vacío — usa tu propio botón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FBECEC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El built-in de st.dataframe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60604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iconito ⬇ de la barrita exporta “lo que ve”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tabla estilizada (df.style) o columnas Arrow puede salir VACÍO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culpa tuya: es poco confiable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E8F3F1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3796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Tu propio st.download_button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37960" y="2651760"/>
            <a:ext cx="4709160" cy="1645920"/>
          </a:xfrm>
          <a:prstGeom prst="roundRect">
            <a:avLst>
              <a:gd name="adj" fmla="val 2778"/>
            </a:avLst>
          </a:prstGeom>
          <a:solidFill>
            <a:srgbClr val="102A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66560" y="2651760"/>
            <a:ext cx="4251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csv = df.to_csv(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index=False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).encode("utf-8")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st.download_button(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"⬇ CSV", csv,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"tabla.csv", "text/csv")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44348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to_csv sin ruta → devuelve el texto. (Con ruta escribe el archivo y regresa None → vacío.)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st.session_state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Memoria entre re-ejecuciones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373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re-ejecuta el script en cada interacción → las variables normales se REINICIAN. session_state es un diccionario que SOBREVIVE entre reruns (mientras dure la sesión).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743200"/>
            <a:ext cx="6583680" cy="2103120"/>
          </a:xfrm>
          <a:prstGeom prst="roundRect">
            <a:avLst>
              <a:gd name="adj" fmla="val 2174"/>
            </a:avLst>
          </a:prstGeom>
          <a:solidFill>
            <a:srgbClr val="102A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743200"/>
            <a:ext cx="6126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"veces" not in st.session_state: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st.session_state.veces = 0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st.button("Suma"):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st.session_state.veces += 1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st.write(st.session_state.veces)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543800" y="2743200"/>
            <a:ext cx="3977640" cy="2103120"/>
          </a:xfrm>
          <a:prstGeom prst="roundRect">
            <a:avLst>
              <a:gd name="adj" fmla="val 3478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0" y="2926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338328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 el perfil elegido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 de varios pasos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Contadores, switches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50292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session_state el contador volvería a 0 en cada clic.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st.form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Agrupar filtros y aplicarlos de golpe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373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defecto, CADA widget dispara un rerun. Con un form, los cambios se juntan y se aplican SOLO al presionar el botón — más rápido y más pro.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743200"/>
            <a:ext cx="10835640" cy="2103120"/>
          </a:xfrm>
          <a:prstGeom prst="roundRect">
            <a:avLst>
              <a:gd name="adj" fmla="val 2174"/>
            </a:avLst>
          </a:prstGeom>
          <a:solidFill>
            <a:srgbClr val="102A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743200"/>
            <a:ext cx="10378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st.form("filtros"):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cobertura = st.multiselect("Cobertura", opciones)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edad = st.slider("Edad", 18, 95, (18, 95))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aplicar = st.form_submit_button("Aplicar filtros")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el df se filtra cuando aplicar == True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TOQUES PROFESIONALES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Detalles que cambian la percepción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5166360" cy="1600200"/>
          </a:xfrm>
          <a:prstGeom prst="roundRect">
            <a:avLst>
              <a:gd name="adj" fmla="val 4571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07568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st.metric(delta=…)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58775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la variación del segmento vs. la cartera (flechita ↑↓)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874520"/>
            <a:ext cx="5166360" cy="1600200"/>
          </a:xfrm>
          <a:prstGeom prst="roundRect">
            <a:avLst>
              <a:gd name="adj" fmla="val 4571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92240" y="207568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st.container(border=True)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58775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en “tarjetas” con borde limpio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3703320"/>
            <a:ext cx="5166360" cy="1600200"/>
          </a:xfrm>
          <a:prstGeom prst="roundRect">
            <a:avLst>
              <a:gd name="adj" fmla="val 4571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60120" y="390448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st.expander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41655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Esconde detalle que no siempre se necesita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3703320"/>
            <a:ext cx="5166360" cy="1600200"/>
          </a:xfrm>
          <a:prstGeom prst="roundRect">
            <a:avLst>
              <a:gd name="adj" fmla="val 4571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92240" y="390448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help= y formato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41655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Tooltips en widgets, $ y % bien formateados, títulos claros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PESTAÑA “COTIZADOR”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Hoy el cascarón, mañana el cerebro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(2-oct) dejamos: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65176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y descripción de la vista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del perfil (edad, cobertura, sexo…)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perfil guardado en session_state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placeholder: “aquí irá tu prima”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87452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E8F3F1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3796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Mañana (3-oct · Bloque B):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65176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EMPÍRICA del segmento + credibilidad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Luego la prima con el GLM (cargar_modelos)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× Severidad / Tweedie + recargo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4023360" cy="402336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737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SESIÓN DE HOY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488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mismo tablero, ahora profesional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8328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Pestañas, descarga confiable, memoria de estado y toques de UX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agrupados con st.form y tarjetas con delta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Mañana: el Cotizador cobra vida — arranca el Bloque B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2026-10-02T17:47:38Z</dcterms:created>
  <dcterms:modified xsi:type="dcterms:W3CDTF">2026-10-02T17:47:38Z</dcterms:modified>
</cp:coreProperties>
</file>