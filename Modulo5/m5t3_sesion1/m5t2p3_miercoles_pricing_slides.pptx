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la Parte 3. Hoy el modelo de pricing sale de Python y se vuelve un entregable de Excel: manual de tarifa + cotizador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gancho: esto NO baja Python de nivel; los vuelve útiles el día 1 en la aseguradora. Excel es el idioma del área actuarial y del regulador.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del día. Construimos las 5 hojas de arriba hacia abajo. Es el paquete que un actuario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¿nazco el archivo o relleno uno que me dieron? xlsxwriter para crear; openpyxl para plantilla. Es en sí una 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primero el to_excel pelón para que vean lo feo. Luego ExcelWriter con formatos. add_format se define una vez y se reusa.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log-link del GLM convierte sumas de coeficientes en producto de factores. Por eso la tarifa es base × factores. El Tweedie agregado lo da directo.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variable = una tablita nivel→factor. El rango lo guardamos para los VLOOKUP. Esta hoja va protegida: la tarifa no se toca.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data_validation = dropdown. La fuente es el rango de niveles de la hoja Factores. Evita que el usuario teclee algo que el VLOOKUP no encuentre.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fórmulas se escriben DESDE Python con write_formula, pero viven en el Excel. El archivo cotiza solo. Este es el 'wow'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distinción clave del tema. Valores = reporte estático. Fórmulas vivas = herramienta interactiva. El cotizador de hoy es 'fórmulas vivas'; un reporte de cierre es 'valores'.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Gotcha clásico: siempre inglés + comas. Excel traduce al abrir. xlsxwriter no evalúa (por eso reconciliamos). _xlfn. para funciones nuevas.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oro del día. Reconciliar Python vs Excel = control de calidad. Si no cuadra, hay un bug. Es lo que distingue a un actuario de alguien que solo 'bajó datos'.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reprecio conecta el modelo con la decisión de negocio. El formato condicional hace el impacto legible sin leer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protect() bloquea todo; locked:0 libera las celdas de input. Es lo que evita que alguien 'ajuste' la tarifa sin querer.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add_chart = gráfica nativa de Excel, ligada a las celdas. Si cambian los factores, la gráfica cambia. Útil para la portada ejecutiva.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gran valor para la empresa: el entregable se regenera solo con datos nuevos. Reproducible y sin errores de copy-paste. Esto lo valoran muchísimo.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'para qué' en concreto: reproducible, a escala, trazable, una sola fuente de verdad. Es lo que distingue un proceso serio de un Excel armado a mano cada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 intelectual: la técnica no siempre gana. A mano para lo único/chico; openpyxl para plantillas; el cálculo en Python; y reconciliar porque xlsxwriter no evalúa. Decirlo los hace confiar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propósito pedagógico y profesional. No competimos Python contra Excel: los unimos. Este patrón (modelo→entregable) lo van a repetir toda su carrera.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Pricing a Excel, auditable y reproducible. El viernes: reservas (triángulo → IBNR), mismo espíritu de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2 · PARTE 3 · MIÉRCOLES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 Excel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coeficientes del GLM al manual de tarifa y un cotizador vivo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modelos de pricing desde Python a Excel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EXCEL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vive en Python; la empresa trabaja en Excel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construir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GLM (frecuencia, severidad, Tweedie)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factores y prima pura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versionable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consumir y entregar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060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 tarifas cotiza y revisa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manda a la CNSF y se archiva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 gente sin Python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074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es la cara INTERACTIVA del modelo; el Excel es la cara PORTÁTIL y AUDITABLE. Mismo modelo, dos entregables.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archivo: tarifa_cotizador.xlsx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2011680" cy="402336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965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portada: prima base + gráfica de factores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715768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71216"/>
            <a:ext cx="2011680" cy="402336"/>
          </a:xfrm>
          <a:prstGeom prst="roundRect">
            <a:avLst>
              <a:gd name="adj" fmla="val 11364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712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807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de tarifa: factor por nivel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557016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12464"/>
            <a:ext cx="2011680" cy="402336"/>
          </a:xfrm>
          <a:prstGeom prst="roundRect">
            <a:avLst>
              <a:gd name="adj" fmla="val 11364"/>
            </a:avLst>
          </a:prstGeom>
          <a:solidFill>
            <a:srgbClr val="E9C4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124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6484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vivo: eliges perfil → prima (sin Python)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398264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553712"/>
            <a:ext cx="2011680" cy="402336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5537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44897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reconciliación Python vs Excel (≈ 0)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239512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394960"/>
            <a:ext cx="2011680" cy="402336"/>
          </a:xfrm>
          <a:prstGeom prst="roundRect">
            <a:avLst>
              <a:gd name="adj" fmla="val 11364"/>
            </a:avLst>
          </a:prstGeom>
          <a:solidFill>
            <a:srgbClr val="2A9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394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Reprecio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53309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repreciada + impacto (%)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librerías — y cuándo usar cada una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xlsxwriter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CREAS el Excel desde cero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7180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(moneda, %, colores)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(write_formula)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(dropdowns), gráficas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escritura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LLENAS una plantilla que ya existe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97180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load_workbook() abre el archivo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en celdas fijas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real de empresa (plantilla CNSF)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escribe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usamos xlsxwriter (creamos desde cero). openpyxl lo vemos el sábado con la plantilla.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 · DEL to_excel FEO AL FORMATO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Empezamos simple y subimos de nivel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df.to_excel("tarifa.xlsx")      # funciona... pero se ve feo, sin formato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10835640" cy="1828800"/>
          </a:xfrm>
          <a:prstGeom prst="roundRect">
            <a:avLst>
              <a:gd name="adj" fmla="val 2500"/>
            </a:avLst>
          </a:prstGeom>
          <a:solidFill>
            <a:srgbClr val="102A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6968" y="2971800"/>
            <a:ext cx="10433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   = pd.ExcelWriter("tarifa_cotizador.xlsx", engine="xlsxwriter")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= wb.book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 = book.add_format({"num_format": "$#,##0.00", "border": 1})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 = book.add_format({"bold": True, "bg_color": "#1C7293",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"font_color": "white", "align": "center"})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ExcelWriter + xlsxwriter definimos FORMATOS una vez (moneda, %, encabezados) y los reutilizamos en todas las hojas. Aquí nace la diferencia entre “volcar datos” y “entregar”.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TARIFA MULTIPLICATIVA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coeficientes del GLM a factores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051560"/>
          </a:xfrm>
          <a:prstGeom prst="roundRect">
            <a:avLst>
              <a:gd name="adj" fmla="val 4348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prima_pura = exp(intercepto) × Π exp(coef_nivel)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=     BASE      ×   producto de FACTORES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10835640" cy="219456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33375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exp(intercepto)  →  la prima del perfil de referencia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un nivel = exp(coef)  →  cuánto multiplica ese nivel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referencia tiene factor = 1 (no mueve la prima)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el GLM Tweedie (agregado): da una tarifa multiplicativa limpia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FACTORES · EL MANUAL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tabla (nivel, factor) por variable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2148840"/>
          </a:xfrm>
          <a:prstGeom prst="roundRect">
            <a:avLst>
              <a:gd name="adj" fmla="val 2128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niv, fac in FACTORES[v]:                 # p.ej. ("Amplia", 1.55)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wsf.write_string(r, 0, niv, F["txt"])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wsf.write_number(r, 1, fac, F["fac"])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guardamos el rango para los VLOOKUP del cotizador: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RANGOS[v] = "Factores!$A$5:$B$7"            # (nivel, factor)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(cobertura, sexo, combustible, edad, potencia, bonus) queda como una tablita. Guardamos su rango para que el cotizador la consulte con VLOOKUP.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983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hoja es el “manual de tarifa”: lo que un actuario revisa y firma.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VIVO · DROPDOWNS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usuario elija, no teclee libre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371600"/>
          </a:xfrm>
          <a:prstGeom prst="roundRect">
            <a:avLst>
              <a:gd name="adj" fmla="val 3333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wsc.data_validation(fila, col, fila, col,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"validate": "list",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"=Factores!$A$5:$A$7"})   # lista de niveles válidos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566160"/>
            <a:ext cx="1083564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794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de datos crea un MENÚ desplegable en la celda. El usuario solo puede elegir niveles válidos (RC, Limitada, Amplia…), así no rompe la fórmula ni inventa categorías.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VIVO · LA FÓRMULA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calcula la prima, sin Python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600200"/>
          </a:xfrm>
          <a:prstGeom prst="roundRect">
            <a:avLst>
              <a:gd name="adj" fmla="val 2857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 cada variable, busca el factor de lo que el usuario eligió: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wsc.write_formula(r, 2, "=VLOOKUP(B6, Factores!$A$5:$B$7, 2, FALSE)")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prima = base × producto de los factores: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wsc.write_formula(fP, 1, "=B4*PRODUCT(C6:C11)")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busca, en la tabla de la variable, el factor del nivel elegido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multiplica los seis factores por la prima base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cambias un menú y la prima se recalcula al instante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EXPORTAR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¿Escribo números o escribo fórmulas?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VALORES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05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calcula todo y escribe NÚMEROS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Estático: una foto del resultado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siempre correcto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recalcula en Excel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reportes de cierre, entrega a CNSF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vivas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05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escribe FÓRMULAS; Excel recalcula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9260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Interactivo: el usuario mueve inputs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prima/IBNR se actualiza solo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cuidar compatibilidad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cotizador, calculadora, triángulo editable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el CÁLCULO pesado se queda en Python; las fórmulas de Excel solo para la capa interactiva o de transparencia. No reimplementes el GLM entero en fórmulas.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FÓRMULAS VAN EN INGLÉS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detalle que tropieza a todos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=VLOOKUP(B6, Factores!$A$5:$B$7, 2, FALSE)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nombre en INGLÉS y COMAS, siempre — aunque tu Excel esté en español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en inglés con comas; al abrir en un Excel español se ve BUSCARV y ; (Excel localiza solo)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xlsxwriter NO calcula: solo guarda el texto; Excel evalúa al abrir → por eso la hoja Control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nuevas (XLOOKUP) necesitan prefijo _xlfn.; VLOOKUP no → por eso usamos VLOOKUP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RECONCILIACIÓN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Excel debe dar lo MISMO que Python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Python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m_agg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Excel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sus VLOOKUP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75320" y="1828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BECEC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582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≈ 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¡debe cuadrar!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10835640" cy="1783080"/>
          </a:xfrm>
          <a:prstGeom prst="roundRect">
            <a:avLst>
              <a:gd name="adj" fmla="val 410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114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entregable actuarial tiene que ser AUDITABLE: el Excel que mandas debe reproducir exactamente al modelo. La hoja Control pone lado a lado la prima de Python y la del Excel; si la diferencia no es ~0, algo está mal en los factores o en las fórmulas. Es tu prueba de calidad.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REPRECIO E IMPACTO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pólizas suben y cuáles bajan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234440"/>
          </a:xfrm>
          <a:prstGeom prst="roundRect">
            <a:avLst>
              <a:gd name="adj" fmla="val 3704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wsr.conditional_format(1, 7, n, 7,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{"type": "cell", "criteria": "&gt;", "value":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"format": rojo})     # impacto positivo (sube) en rojo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Corremos el GLM sobre la cartera → prima estimada por póliza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= prima nueva / referencia − 1  (el % de cambio)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condicional: rojo sube · verde baja → se lee de un vistazo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justo lo que pide el negocio al cambiar tarifa: “¿a quién le sube y cuánto?”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LA TARIFA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no le muevan a los factores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463040"/>
          </a:xfrm>
          <a:prstGeom prst="roundRect">
            <a:avLst>
              <a:gd name="adj" fmla="val 3125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= book.add_format({"locked": 0})   # esta celda SÍ se edita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wsc.write(r, 1, valor, input)            # las de selección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wsc.protect()                            # el resto queda bloqueado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8404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Proteges la hoja y dejas editables SOLO las celdas de entrada (las amarillas). El usuario cotiza pero no puede alterar la tabla de factores ni las fórmulas. Así se entrega a negocio.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EN EXCEL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Excel también lleva su visual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600200"/>
          </a:xfrm>
          <a:prstGeom prst="roundRect">
            <a:avLst>
              <a:gd name="adj" fmla="val 2857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33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= book.add_chart({"type": "column"})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chart.add_series({"categories": "=Factores!$A$5:$A$7",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"values":     "=Factores!$B$5:$B$7"})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wsm.insert_chart("A8", chart)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94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add_chart insertamos gráficas nativas de Excel (no una imagen pegada): se actualizan si cambian los datos. Aquí, los factores de Cobertura en la portada.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script regenera TODO el entregable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35640" cy="2377440"/>
          </a:xfrm>
          <a:prstGeom prst="roundRect">
            <a:avLst>
              <a:gd name="adj" fmla="val 3077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01_export_pricing.py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803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Llegan datos nuevos → corres el script → sale el Excel actualizado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formatos, mismas fórmulas, misma estructura, siempre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acabó el copy-paste manual cada mes (y los errores que trae)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generar el Excel desde Python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786384"/>
          </a:xfrm>
          <a:prstGeom prst="roundRect">
            <a:avLst>
              <a:gd name="adj" fmla="val 930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48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93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93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nuevos → re-corres → Excel actualizado, idéntico en formato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35640" cy="786384"/>
          </a:xfrm>
          <a:prstGeom prst="roundRect">
            <a:avLst>
              <a:gd name="adj" fmla="val 930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96265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077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9077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pólizas y varias hojas en un for, sin errores de dedo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10835640" cy="786384"/>
          </a:xfrm>
          <a:prstGeom prst="roundRect">
            <a:avLst>
              <a:gd name="adj" fmla="val 930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877056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8221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8221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del MISMO modelo (reconcilia) y el script vive en git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835640" cy="786384"/>
          </a:xfrm>
          <a:prstGeom prst="roundRect">
            <a:avLst>
              <a:gd name="adj" fmla="val 930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7914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7365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fuente de verdad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7365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modelo → re-generas; el Excel a mano se despega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LIMITANTES · CUÁNDO NO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no sobre-vender la técnica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3611880"/>
          </a:xfrm>
          <a:prstGeom prst="roundRect">
            <a:avLst>
              <a:gd name="adj" fmla="val 2025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10241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algo ÚNICO, chico o exploratorio → a mano en Excel es más rápido que programarlo.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xlsxwriter solo CREA archivos nuevos: no abre ni edita un Excel que ya existe (para eso, openpyxl).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ejecuta las fórmulas: un error (inglés, prefijo, rango) solo se ve al ABRIR el archivo → por eso reconciliamos.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Reimplementar TODO el modelo en fórmulas de Excel es frágil: deja el cálculo en Python.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mal documentado también es deuda técnica: hay que mantenerlo como cualquier código.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ENSEÑAMOS ESTO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entre el modelo y la empresa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3200400"/>
          </a:xfrm>
          <a:prstGeom prst="roundRect">
            <a:avLst>
              <a:gd name="adj" fmla="val 2286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ciclo: modelo en Python → entregable en Excel que la empresa y la CNSF sí consumen.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es el idioma del área actuarial; saber generarlo desde código los vuelve empleables el día 1.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el CÁLCULO (Python, robusto y auditable) de la PRESENTACIÓN (Excel, familiar para todos).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patrón reusable: pricing hoy, reservas el viernes, cualquier entregable mañana.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“Excel vs Python”: es usar cada uno para lo que es bueno.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pricing, convertido en entregable de Excel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tarifa (base × factores) desde el GLM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vivo con dropdowns + VLOOKUP (funciona sin Python)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que reconcilia Python ↔ Excel + reprecio con impacto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Viernes: RESERVAS — del triángulo chain-ladder al IBNR en Excel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2026-10-19T20:15:19Z</dcterms:created>
  <dcterms:modified xsi:type="dcterms:W3CDTF">2026-10-19T20:15:19Z</dcterms:modified>
</cp:coreProperties>
</file>