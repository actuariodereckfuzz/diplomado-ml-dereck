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Arranca el Bloque B. El cascarón del cotizador que dejamos el 2-oct cobra vida: primero prima empírica, luego con el GLM.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Empezamos con el empírico porque es intuitivo; su límite motiva el GLM.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en vivo: agregar características al perfil hasta que el segmento se quede en 0. Ese es el gancho al GLM.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Reutilizamos cargar_modelos / reconstruimos los 3 GLM. Para cotizar, predecimos con exposición = 1 año.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recargo viene del integrador de M4. Los sliders lo vuelven interactivo.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el tablero mostramos el desglose: prima del perfil vs. cartera, y qué factores lo mueven.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Sesión larga (6 h): hay tiempo para construir el cotizador completo y probar perfiles reales.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El 7-oct cerramos el Bloque B con loss/combined ratio y la evolución de pérdidas.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114800"/>
            <a:ext cx="2926080" cy="2926080"/>
          </a:xfrm>
          <a:prstGeom prst="ellipse">
            <a:avLst/>
          </a:prstGeom>
          <a:solidFill>
            <a:srgbClr val="2A9D8F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194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· TEMA 1 · SESIÓN 3-OCT · ARRANCA BLOQUE B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0604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cotizador: de la tabla al modelo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31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la prima de un perfil con los GLM del Módulo 4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Diplomado Machine Learning en Seguros · FC UNAM · Eric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FORMAS DE COTIZAR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Promedio del segmento vs. modelo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257800" cy="3566160"/>
          </a:xfrm>
          <a:prstGeom prst="roundRect">
            <a:avLst>
              <a:gd name="adj" fmla="val 2051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Empírico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69748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la cartera al perfil y promedia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Intuitivo y transparente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queda sin datos en perfiles finos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257800" cy="3566160"/>
          </a:xfrm>
          <a:prstGeom prst="roundRect">
            <a:avLst>
              <a:gd name="adj" fmla="val 2051"/>
            </a:avLst>
          </a:prstGeom>
          <a:solidFill>
            <a:srgbClr val="E8F3F1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3796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 (modelo)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69748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los factores multiplicativamente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prima para CUALQUIER perfil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Suaviza y usa toda la cartera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LÍMITE DEL EMPÍRICO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Mientras más fino el perfil, menos datos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10835640" cy="1005840"/>
          </a:xfrm>
          <a:prstGeom prst="roundRect">
            <a:avLst>
              <a:gd name="adj" fmla="val 7273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057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general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20574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de pólizas → estimación estable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326880" y="20574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3,000+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85800" y="3063240"/>
            <a:ext cx="10835640" cy="1005840"/>
          </a:xfrm>
          <a:prstGeom prst="roundRect">
            <a:avLst>
              <a:gd name="adj" fmla="val 7273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60120" y="3200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medio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32004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Cientos de pólizas → ya tiembla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326880" y="32004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~200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85800" y="4206240"/>
            <a:ext cx="10835640" cy="1005840"/>
          </a:xfrm>
          <a:prstGeom prst="roundRect">
            <a:avLst>
              <a:gd name="adj" fmla="val 7273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60120" y="4343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fino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43434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Pocas o cero pólizas → no creíble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0" y="43434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44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0–20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5778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GLM resuelve esto: no necesita que ese perfil exacto exista en los datos.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ARMA LA PRIMA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Frecuencia × Severidad = Prima pura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194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7432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siniestros al año?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7490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· offset exposición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0" y="192024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754880" y="2194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27432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 qué tamaño cada uno?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37490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Gamma(log) · N&gt;0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75320" y="192024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549640" y="2194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pura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8549640" y="27432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 × severidad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549640" y="37490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cuesta el riesgo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029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los MISMOS GLM que ajustamos en el Módulo 4 — aquí solo los usamos para predecir.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PRIMA PURA A TARIFA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prima pura no es lo que se cobra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prima pura (el costo del riesgo) se le cargan gastos y margen: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423160"/>
            <a:ext cx="10835640" cy="914400"/>
          </a:xfrm>
          <a:prstGeom prst="roundRect">
            <a:avLst>
              <a:gd name="adj" fmla="val 5000"/>
            </a:avLst>
          </a:prstGeom>
          <a:solidFill>
            <a:srgbClr val="102A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423160"/>
            <a:ext cx="10378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recargo = 1 / (1 - gastos - margen)        # gastos 25%, margen 5%  -&gt;  x1.429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3566160"/>
            <a:ext cx="10835640" cy="914400"/>
          </a:xfrm>
          <a:prstGeom prst="roundRect">
            <a:avLst>
              <a:gd name="adj" fmla="val 5000"/>
            </a:avLst>
          </a:prstGeom>
          <a:solidFill>
            <a:srgbClr val="102A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566160"/>
            <a:ext cx="10378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prima_tarifa = prima_pura * recargo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4800600"/>
            <a:ext cx="10835640" cy="1005840"/>
          </a:xfrm>
          <a:prstGeom prst="roundRect">
            <a:avLst>
              <a:gd name="adj" fmla="val 7273"/>
            </a:avLst>
          </a:prstGeom>
          <a:solidFill>
            <a:srgbClr val="FFF6E0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60120" y="49377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tablero: sliders de gastos y margen → la tarifa se recalcula en vivo. Así se ve el efecto de la política comercial sobre la prima.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PAGO ESTO?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GLM combina factores multiplicativamente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característica aporta un factor sobre la prima base. El GLM los multiplica, así que la prima de un perfil es explicable y defendible ante la CNSF.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834640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29718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 18-30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520440" y="2971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recargo (más frecuencia)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257800" y="29718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17920" y="2834640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92240" y="29718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alto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052560" y="2971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 (buen historial)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29718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85800" y="4023360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60120" y="4160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amplia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41605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recargo (más severidad)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41605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17920" y="4023360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492240" y="4160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 alta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052560" y="41605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recargo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789920" y="41605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CONSTRUIMOS HOY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cotizador, paso a paso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013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Cotizador empírico: prima del segmento + credibilidad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487168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45973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Romperlo: perfil fino → sin datos → por qué el GLM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14553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11810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los GLM de M4 (una vez, con st.cache_resource)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803904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77647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cotizar(perfil): frecuencia × severidad → prima pura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46227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434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de tarifa: recargo con sliders de gastos y margen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31520" y="512064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509320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Desglose: prima del perfil vs. cartera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4023360" cy="402336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737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ARRANCAMOS EL BLOQUE B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488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tablero ya cotiza una prima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38328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prima empírica del segmento a la prima del GLM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 × Severidad → prima pura → prima de tarifa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 (7-oct): ratios y evolución de pérdidas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2026-10-02T18:06:05Z</dcterms:created>
  <dcterms:modified xsi:type="dcterms:W3CDTF">2026-10-02T18:06:05Z</dcterms:modified>
</cp:coreProperties>
</file>