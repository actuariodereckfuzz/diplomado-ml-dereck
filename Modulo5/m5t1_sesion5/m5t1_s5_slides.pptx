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Bloque B. Pasamos de medir riesgo a medir rentabilidad.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riesgo no basta: una prima puede ser técnicamente correcta y aun así no cubrir gastos.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Loss ratio = la parte de la prima que se va en pagar siniestros. Interpretación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Combined ratio es EL número de rentabilidad en seguros. &gt;100% = pierde.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Honestidad con los datos: no hay prima cobrada, usamos la tarifa del modelo como referencia.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slide clave: el combined ratio por segmento es accionable. Amplia pierde. Discutir variables omitidas en severidad.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Después de ratios, Parte 2 de la sesión: SQLite.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114800"/>
            <a:ext cx="2926080" cy="2926080"/>
          </a:xfrm>
          <a:prstGeom prst="ellipse">
            <a:avLst/>
          </a:prstGeom>
          <a:solidFill>
            <a:srgbClr val="2A9D8F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194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TEMA 1 · SESIÓN 7-OCT · CIERRE BLOQUE B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060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Ratios actuariales: ¿gana o pierde?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31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ratio, expense ratio y combined ratio en el tablero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Diplomado Machine Learning en Seguros · FC UNAM · Eric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CAMBIO DE MIRADA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medir riesgo a medir rentabilidad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5257800" cy="3291840"/>
          </a:xfrm>
          <a:prstGeom prst="roundRect">
            <a:avLst>
              <a:gd name="adj" fmla="val 2222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ahora: RIESGO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74320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pura (lo que cuesta el riesgo)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5257800" cy="3291840"/>
          </a:xfrm>
          <a:prstGeom prst="roundRect">
            <a:avLst>
              <a:gd name="adj" fmla="val 2222"/>
            </a:avLst>
          </a:prstGeom>
          <a:solidFill>
            <a:srgbClr val="E8F3F1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RENTABILIDAD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74320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prima alcanza para los siniestros?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para los gastos?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segmentos ganan y cuáles pierden?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RATIO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 de la prima se va en siniestros?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10835640" cy="914400"/>
          </a:xfrm>
          <a:prstGeom prst="roundRect">
            <a:avLst>
              <a:gd name="adj" fmla="val 5000"/>
            </a:avLst>
          </a:prstGeom>
          <a:solidFill>
            <a:srgbClr val="102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10378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ratio  =  siniestros  /  primas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2004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de cada $100 de prima, si $70 se van en siniestros → loss ratio = 70%.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931920"/>
            <a:ext cx="10835640" cy="146304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41148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loss ratio bajo parece bueno… pero falta contar los GASTOS. Por eso solo no basta: necesitamos sumarle el expense ratio.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RATIO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foto completa de la rentabilidad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10835640" cy="914400"/>
          </a:xfrm>
          <a:prstGeom prst="roundRect">
            <a:avLst>
              <a:gd name="adj" fmla="val 5000"/>
            </a:avLst>
          </a:prstGeom>
          <a:solidFill>
            <a:srgbClr val="102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10378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combined ratio  =  loss ratio  +  expense ratio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320040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6012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ratio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840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siniestros / primas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320040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75488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3840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/ primas (aquí 25%)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75320" y="320040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54964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549640" y="3840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suma de ambos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937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combined ratio &gt; 100% → el negocio PIERDE dinero. &lt; 100% → gana.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DETALLE DE LOS DATOS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prima usamos si no la tenemos?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cartera trae siniestros y exposición, pero NO la prima cobrada. Entonces usamos la prima de tarifa que ya calculamos con el GLM: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834640"/>
            <a:ext cx="10835640" cy="1463040"/>
          </a:xfrm>
          <a:prstGeom prst="roundRect">
            <a:avLst>
              <a:gd name="adj" fmla="val 3125"/>
            </a:avLst>
          </a:prstGeom>
          <a:solidFill>
            <a:srgbClr val="102A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834640"/>
            <a:ext cx="10378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prima_tarifa  =  prima_pura_glm  /  (1 - gastos - margen)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ratio    =  siniestros_reales  /  prima_tarifa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5720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el combined ratio por segmento muestra dónde la tarifa cubre y dónde no — sin inventar datos.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CARTERA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combined ratio revela dónde se pierde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95.0%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 total · rentable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187452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BECEC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63440" y="20574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44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107.5%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Amplia · PIERDE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75320" y="187452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E8F3F1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58200" y="20574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83.1%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2788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Limitada · muy rentable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794760"/>
            <a:ext cx="10835640" cy="1737360"/>
          </a:xfrm>
          <a:prstGeom prst="roundRect">
            <a:avLst>
              <a:gd name="adj" fmla="val 4211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60120" y="39776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Amplia se dispara y las bandas de edad casi no?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4805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el modelo de SEVERIDAD no incluye la cobertura → subestima la severidad de Amplia y esa cobertura se ve sub-tarifada. Es el gancho para hablar de VARIABLES OMITIDAS en el pricing.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4023360" cy="402336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737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ESTO CERRAMOS EL BLOQUE B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488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tablero mide riesgo Y rentabilidad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8328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Loss, expense y combined ratio por segmento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&gt; 100% = pierde (en el tablero, barra roja sobre la línea)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(misma sesión): conectar el tablero a una base de datos (SQLite)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2026-10-06T22:14:19Z</dcterms:created>
  <dcterms:modified xsi:type="dcterms:W3CDTF">2026-10-06T22:14:19Z</dcterms:modified>
</cp:coreProperties>
</file>