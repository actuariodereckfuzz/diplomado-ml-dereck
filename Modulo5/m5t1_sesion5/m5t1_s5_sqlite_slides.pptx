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Bloque C. El tablero pasa de leer un parquet a conectarse a una BD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salto conceptual: de leer un archivo a consultar una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= el patrón 'tablero contra BD' sin el costo de montar un servidor. Mismo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to_sql vuelca el DataFrame a una tabla. Se corre una vez (o cuando lleguen datos nuevos).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read_sql manda una consulta y regresa un DataFrame. El cache sigue aplicando. El ? evita inyección de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viernes 9: actualización y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7-OCT · PARTE 2 · BLOQUE 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el tablero a una base de datos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archivo a SQLite — sin servidor, sin instalar nada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UNA BASE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trabaja en una empresa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(parquet / csv)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lees entero a memoria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usuario a la vez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empezar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(SQL)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Consultas: pides solo lo que necesitas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y agrega en la BD (GROUP BY)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se conecta un tablero real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SQLite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 SQL de archivo, sin servidor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671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SQL de verdad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1031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consultas que Postgres/MySQL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40156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3375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cartera.db — viaja con el proyecto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36008"/>
            <a:ext cx="566928" cy="5669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572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45720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instalar ni configurar nada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CONSTRUIR LA 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parquet a cartera.db — una sola vez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2103120"/>
          </a:xfrm>
          <a:prstGeom prst="roundRect">
            <a:avLst>
              <a:gd name="adj" fmla="val 2174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78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sqlite3, pandas as pd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 = pd.read_parquet("datos/datos.parquet")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sqlite3.connect("cartera.db")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df.to_sql("cartera", con, if_exists="replace", index=False)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con.close()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97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corre con  python construir_bd.py  (es un script normal, no Streamlit). Crea la tabla «cartera» con las 163,212 pólizas.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LEER DESDE LA 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consulta con SQL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554480"/>
          </a:xfrm>
          <a:prstGeom prst="roundRect">
            <a:avLst>
              <a:gd name="adj" fmla="val 2941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78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cargar_datos():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 = sqlite3.connect("cartera.db")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 = pd.read_sql("SELECT * FROM cartera", con)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con.close(); return df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10835640" cy="1280160"/>
          </a:xfrm>
          <a:prstGeom prst="roundRect">
            <a:avLst>
              <a:gd name="adj" fmla="val 3571"/>
            </a:avLst>
          </a:prstGeom>
          <a:solidFill>
            <a:srgbClr val="102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10378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filtrar/agregar en la BD (parametrizado con ? = seguro):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pd.read_sql("SELECT * FROM cartera WHERE cobertura = ?", con, params=["RC"])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funciona igual que antes — pero ahora los datos vienen de una base SQL.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ya lee de una base de datos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construir_bd.py crea cartera.db desde el parquet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cargar_datos() consulta con SELECT; el mismo patrón sirve para Postgres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9: actualizar datos + publicar el tablero (deploy)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2026-10-06T22:17:42Z</dcterms:created>
  <dcterms:modified xsi:type="dcterms:W3CDTF">2026-10-06T22:17:42Z</dcterms:modified>
</cp:coreProperties>
</file>