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día de la Parte 3. Hoy reservas: triángulo → IBNR, y lo entregamos LLENANDO una plantilla (openpyxl), no creándola.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agregado del viernes: librería nueva (openpyxl) y patrón nuevo (llenar plantilla), no un refrito del miércoles. Las cédulas regulatorias son fijas.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= estimar lo que falta por pagar. IBNR es el corazón. El objetivo es el ultimate por año de ocurrencia; la reserva es ultimate menos lo 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triángulo: filas = año de ocurrencia, columnas = cuánto se lleva pagado tras N meses. El acumulado crece hacia la derecha. La esquina vacía es el futuro a estimar.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LDF = cuánto crece de una columna a la siguiente. CDF = producto de los LDF que faltan. El año más reciente arrastra todos los factores; el más viejo, ninguno (ya está desarrollado).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Ultimate = diagonal × CDF. IBNR = ultimate − diagonal. La reserva total es la suma de los IBNR. Esta es exactamente la lógica que después escribimos como fórmulas en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 confía 100% en el dato; BF ancla con un a priori de negocio y pesa por madurez. Por eso los comparamos en la cédula: dan números distintos, sobre todo en años verdes.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lección técnica del día. Para una plantilla existente, openpyxl; para nacer el archivo, xlsxwriter. El sábado combinan ambas.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plantilla es el formato oficial. El actuario solo alimenta celdas. Nuestra cédula es un ejemplo didáctico con las secciones típicas.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openpyxl: abrir, escribir celdas por (fila, columna), guardar como copia. La plantilla queda intacta.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Llenamos celda por celda; los NaN se dejan vacíos (la forma triangular). El gotcha del redondeo: mostrar 3 decimales está bien, guardar redondeado rompe la reconciliación.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openpyxl también escribe FÓRMULAS. Dejamos el IBNR vivo: referencia la diagonal y el producto de factores. Editas un supuesto y todo se actualiza.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reales del triángulo RAA. La diferencia no es un error: son dos lentes. El comparativo es parte del juicio actuarial.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Reconciliación otra vez: Python vs Excel. Lo verificamos recalculando. El caso del factor redondeado (fallaba por ~5) es el ejemplo perfecto de por qué se reconcilia.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Reservas en una cédula con openpyxl, fórmulas vivas y reconciliación. El sábado juntan xlsxwriter + openpyxl en un solo paquete.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2 · PARTE 3 · VIERNES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Reservas a Excel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triángulo chain-ladder al IBNR — llenando una cédula con openpyxl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modelos de reservas desde Python a Excel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RESERVAS EN EXCEL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reservas se entregan en cédulas de formato fijo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— crear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Nacimos el Excel desde cero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Librería: xlsxwriter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tarifa + cotizador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— llenar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0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empresa/CNSF nos da una CÉDULA fija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Librería: openpyxl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Reservas: triángulo → IBNR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074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del actuario de reservas es ALIMENTAR una plantilla, no inventar el archivo. Esa es la técnica nueva de hoy.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¿QUÉ ES RESERVAR?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 dinero para siniestros que aún no se pagan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siniestro OCURRE hoy, pero se reporta y se paga a lo largo de meses o años.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compañía debe apartar dinero para lo que FALTA por pagar: la reserva.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= Incurred But Not Reported: lo ocurrido que todavía no se ha desarrollado.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estimar el ULTIMATE (lo que acabaremos pagando) por año de ocurrencia.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480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 =  Ultimate  −  lo ya pagado a la fecha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EL TRIÁNGULO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de origen × periodo de desarrollo (acumulado)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 \ Des.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965960"/>
            <a:ext cx="2971800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778240" y="219456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vacía (rojo) es el FUTURO: lo que cada año de origen todavía va a pagar. Eso es lo que estimamos.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663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Acumulado: cada columna incluye lo de las anteriores. Diagonal = hoy (lo pagado a la fecha por cada año).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CHAIN-LADDER: FACTORES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Cuánto crece el acumulado de un periodo al siguiente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051560"/>
          </a:xfrm>
          <a:prstGeom prst="roundRect">
            <a:avLst>
              <a:gd name="adj" fmla="val 4348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LDF(12→24) = Σ columna 24  /  Σ columna 12   (solo filas con ambos datos)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CDF = producto de los factores que FALTAN hasta el final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de desarrollo (LDF) promedia, por columna, cuánto se multiplica el acumulado al pasar de un periodo al siguiente.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CDF (factor acumulado) multiplica todos los LDF que le faltan a un año para llegar al desarrollo total.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tail factor estima lo que sigue después del último periodo observado (aquí = 1.0).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ULTIMATE E IBNR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diagonal al total a pagar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35640" cy="1463040"/>
          </a:xfrm>
          <a:prstGeom prst="roundRect">
            <a:avLst>
              <a:gd name="adj" fmla="val 3125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920240"/>
            <a:ext cx="10433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Ultimate(año) = último acumulado(año) × CDF(año)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IBNR(año)     = Ultimate(año) − último acumulado(año)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 total = Σ IBNR(todos los años)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8404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acumulado de cada año (su diagonal) se “proyecta” hasta el ultimate multiplicándolo por su CDF. La diferencia entre lo proyectado y lo ya pagado es el IBNR. Sumando todos los años, la reserva total.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· BORNHUETTER-FERGUSON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el año es muy verde, no te fíes solo del dato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Chain-Ladder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SOLO lo observado en el triángulo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años inmaduros (poca info) es muy volátil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temprano raro distorsiona todo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Bornhuetter-Ferguson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0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un A PRIORI (prima × loss ratio esperado)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 observado, pesado por el desarrollo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estable en años recientes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983480"/>
            <a:ext cx="10835640" cy="777240"/>
          </a:xfrm>
          <a:prstGeom prst="roundRect">
            <a:avLst>
              <a:gd name="adj" fmla="val 5882"/>
            </a:avLst>
          </a:prstGeom>
          <a:solidFill>
            <a:srgbClr val="102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4983480"/>
            <a:ext cx="10433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IBNR_BF = ultimate_a_priori × (1 − 1/CDF)     # lo no desarrollado del a priori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DEL DÍA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desde cero vs. llenar una plantilla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xlsxwriter (miércoles)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archivo nuevo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decides toda la estructura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abrir un Excel existente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(hoy)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517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Excel que ya existe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en celdas fijas de una plantilla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escribe (no solo crea)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idea (Python → Excel), herramienta distinta porque el entregable YA tiene formato fijo.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CÉDULA / PLANTILLA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archivo con estructura fija que solo se alimenta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o la CNSF define un formato fijo: etiquetas, secciones y celdas en lugares concretos.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no cambias el formato: solo escribes los números en las celdas correctas.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 nuestra cédula: Triángulo · Factores · Reservas por año · Comparativo CL/BF · Control.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20624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389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enorme: el entregable siempre sale EXACTAMENTE con el formato que piden. Cero re-armar a mano cada mes.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· ABRIR Y ESCRIBIR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load_workbook + escribir celdas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600200"/>
          </a:xfrm>
          <a:prstGeom prst="roundRect">
            <a:avLst>
              <a:gd name="adj" fmla="val 2857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openpyxl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 = openpyxl.load_workbook("plantilla_reservas.xlsx")  # abre lo que YA existe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= wb["Cedula"]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ws.cell(6, 2, 5012).number_format = "#,##0"             # escribe en una celda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wb.save("reservas_cedula.xlsx")                         # guarda como archivo nuevo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load_workbook abre la plantilla tal cual; ws.cell(fila, columna, valor) escribe en una celda exacta; save() guarda el resultado (sin tocar la plantilla original).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TRIÁNGULO Y FACTORES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cálculo en Python, los números en su celda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783080"/>
          </a:xfrm>
          <a:prstGeom prst="roundRect">
            <a:avLst>
              <a:gd name="adj" fmla="val 2564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range(AN):                      # años de origen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 in range(AN):                  # periodos de desarrollo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M[i, 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np.isnan(v):              # la parte vacía se deja vacía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ws.cell(6+i, 2+d, float(v)).number_format = "#,##0"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840480"/>
            <a:ext cx="1083564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40233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(gran punto): guarda el factor con PRECISIÓN COMPLETA; el formato solo lo MUESTRA a 3 decimales. Si guardas el valor redondeado, el CDF del Excel no cuadra con Python y la reconciliación falla.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COMO FÓRMULAS VIVAS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triángulo recalcula si editas un factor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874520"/>
          </a:xfrm>
          <a:prstGeom prst="roundRect">
            <a:avLst>
              <a:gd name="adj" fmla="val 2439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ws.cell(r, 2, f"={diag}")                 # último acumulado = diagonal del triángulo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ws.cell(r, 3, f"=PRODUCT({rng})*K19")     # CDF = producto de los factores que faltan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ws.cell(r, 4, f"=B{r}*C{r}")              # ultimate = acumulado × CDF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ws.cell(r, 5, f"=D{r}-B{r}")              # IBNR = ultimate − acumulado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CDF es un PRODUCT de las celdas de factores: cambias un factor y el IBNR se recalcula solo.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el cotizador del miércoles, pero para reservas: una herramienta, no una foto.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vs BF EN LA CÉDULA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métodos, lado a lado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52,135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total · Chain-Ladder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51,157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total · Bornhuetter-Ferguson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931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distinto a propósito: CL se apoya solo en el triángulo; BF ancla con el a priori de negocio. Ponerlos juntos en la cédula deja ver el rango y la sensibilidad de la reserva.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RECONCILIACIÓN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Excel debe dar lo MISMO que Python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3716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IBNR Python = 52,135   ·   IBNR Excel (fórmulas) = 52,135   ·   Diferencia ≈ 0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Control compara el IBNR de Python contra el que calculan las fórmulas del Excel.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cuadra (~0), hay un bug: rango mal, factor redondeado, o una fórmula en el idioma equivocado.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prueba de calidad del miércoles: tu entregable es AUDITABLE.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reservas, dentro de una cédula lista para entregar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 → factores → ultimate → IBNR (chain-ladder), y BF para comparar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openpyxl: LLENAMOS una plantilla fija (la técnica nueva del día)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como fórmulas vivas + reconciliación Python ↔ Excel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Sábado: ensamblar las dos técnicas (crear + llenar) en el paquete de cierre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2026-10-22T17:16:47Z</dcterms:created>
  <dcterms:modified xsi:type="dcterms:W3CDTF">2026-10-22T17:16:47Z</dcterms:modified>
</cp:coreProperties>
</file>