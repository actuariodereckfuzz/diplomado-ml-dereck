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6, cierre del Tema 1. El tablero sale de la laptop y, como extra, aprende a guardar cotizaciones.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rápida motiva; la permanente es la de la Tarea; el extra (recordar) es la idea potente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 túnel, no un deploy. Para demo. Ojo con Public: cualquiera entra.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hueco que faltaba: por qué aparece GitHub. Community Cloud lee de un repo. Repo público nuevo = lo más simple. Mostrar la estructura tal cual.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una línea, pero es la diferencia entre que jale o no el deploy. CWD = raíz del repo en el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 desde GitHub. 1ª carga tarda por statsmodels + reconstrucción de cartera.db. Error a provocar: quitar pyarrow.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fuerte: disco efímero → base externa. append_row = una fila por cotización. Comparte la hoja como Editor con la service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Reparte la guía de autoestudio (reemplaza el sábado) y explica la Tarea: lograr publicar; persistir es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114800"/>
            <a:ext cx="2926080" cy="292608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TEMA 1 · SESIÓN 6 · CIERRE DEL TEMA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 el tablero (deploy)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localhost a una URL pública — y que la app recuerde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Machine Learning en Seguros · FC UNAM · Eric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PUBLICAR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tablero en tu laptop no le sirve a nadie más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Verlo rápido — VS Code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432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en 2 minutos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mientras tu laptop esté prendida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una demo, ahora mismo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Publicarlo permanente — Cloud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7432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aunque apagues la laptop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fija ....streamlit.app para compartir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con cada git push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hacemos las dos — y de pilón que la app recuerde las cotizaciones.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VERLO RÁPIDO · VS CODE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túnel público a tu localhost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 streamlit run app_streamlit.py  (puerto 8501)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PORTS → botón "Forward a Port" → escribe 8501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 con GitHub si te lo pide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derecho → Port Visibility → Public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la Forwarded Address y ábrela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4526280"/>
            <a:ext cx="1083564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4663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sigue corriendo en TU máquina — VS Code solo abre la puerta. Si cierras VS Code, el link muere. Private = solo tú · Public = cualquiera con el link.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LLEVARLO A GITHUB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Cloud publica tu app… pero la LEE desde GitHub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eso, antes de publicar, la app tiene que estar en un repo de GitHub. Como tu repo del diplomado es privado, lo más simple: crea un repo NUEVO y PÚBLICO solo para el tablero.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10835640" cy="2057400"/>
          </a:xfrm>
          <a:prstGeom prst="roundRect">
            <a:avLst>
              <a:gd name="adj" fmla="val 2222"/>
            </a:avLst>
          </a:prstGeom>
          <a:solidFill>
            <a:srgbClr val="102A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697480"/>
            <a:ext cx="10378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tablero-seguros/            (repo PÚBLICO nuevo)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app_streamlit.py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requirements.txt          # librerias a instalar (incluye pyarrow)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.gitignore                # cartera.db NO se sube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datos/datos.parquet       # la base se reconstruye de aqui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937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parquet SÍ se sube (2 MB); cartera.db NO (se reconstruye sola en el servidor). Cada git push a este repo vuelve a publicar la app.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EN EL CÓDIGO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Rutas ancladas: que encuentre sus datos en cualquier lado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835640" cy="1234440"/>
          </a:xfrm>
          <a:prstGeom prst="roundRect">
            <a:avLst>
              <a:gd name="adj" fmla="val 3704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10378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AQUI    = os.path.dirname(os.path.abspath(__file__))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RUTA_DB = os.path.join(AQUI, "cartera.db")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429000"/>
            <a:ext cx="1083564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3611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0233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servidor, el “directorio de trabajo” NO es la carpeta de tu app: es la raíz del repo. Si pones sqlite3.connect("cartera.db") a secas, la busca en otro lado y no encuentra los datos. Al anclar las rutas a la carpeta del propio archivo (AQUI), la app halla cartera.db y el parquet IGUAL en tu laptop que en el servidor.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· COMMUNITY CLOUD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Gratis, desde el repo que acabas de crear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share.streamlit.io → inicia sesión con GitHub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app" → "Yup, I have an app."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tu-usuario/tablero-seguros · Branch: main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file path: app_streamlit.py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(Advanced) Python 3.12 → Deploy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4526280"/>
            <a:ext cx="10835640" cy="1234440"/>
          </a:xfrm>
          <a:prstGeom prst="roundRect">
            <a:avLst>
              <a:gd name="adj" fmla="val 5926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4663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git push re-publica. Plan gratis: ~1 GB de RAM; la app se duerme sin visitas y se despierta con un clic. La 1ª carga tarda (instala libs + reconstruye la base).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· QUE LA APP RECUERDE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Persistir una cotización en Google Sheets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35640" cy="1051560"/>
          </a:xfrm>
          <a:prstGeom prst="roundRect">
            <a:avLst>
              <a:gd name="adj" fmla="val 6957"/>
            </a:avLst>
          </a:prstGeom>
          <a:solidFill>
            <a:srgbClr val="FBECEC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disco del servidor es EFÍMERO: si guardas en cartera.db, al dormir o hacer push se BORRA. Para que recuerde, necesitas una base EXTERNA. Hoy: una Google Sheet.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17520"/>
            <a:ext cx="10835640" cy="1828800"/>
          </a:xfrm>
          <a:prstGeom prst="roundRect">
            <a:avLst>
              <a:gd name="adj" fmla="val 2500"/>
            </a:avLst>
          </a:prstGeom>
          <a:solidFill>
            <a:srgbClr val="102A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17520"/>
            <a:ext cx="10378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gspread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@st.cache_resource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hoja():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gc = gspread.service_account_from_dict(st.secrets["gcp_service_account"])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gc.open_by_url(st.secrets["sheet_url"]).sheet1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hoja().append_row([fecha, edad, ..., prima_glm, tarifa])   # 1 cotizacion = 1 fila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983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 viven en st.secrets (nunca en el código). append_row escribe en una base externa → sobrevive reinicios. Así registras el uso real del tablero.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 CERRAMOS EL TEMA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tablero ya vive en internet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Verlo rápido (VS Code) y publicarlo permanente (Community Cloud)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público nuevo + rutas ancladas + git push que re-publica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Extra: que recuerde — guardar cada cotización en Google Sheets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1: publica tu tablero → link *.streamlit.app + repo (bonus: que persista)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2026-10-09T20:26:14Z</dcterms:created>
  <dcterms:modified xsi:type="dcterms:W3CDTF">2026-10-09T20:26:14Z</dcterms:modified>
</cp:coreProperties>
</file>