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28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Sesiones del 30-sep y 2-oct. Profundizamos el Bloque A construyendo en vivo la versión Shiny del tablero que ya mostramos el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clase pasada. Hoy vemos el otro motor. No es que uno sea mejor: son dos modelos mentales.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la UI se DECLARA (no corre de arriba a abajo). El server es donde ocurre la reactividad. App() las conecta.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central de la sesión. El @reactive.calc se cachea: si 7 outputs lo usan, el filtro corre 1 vez, no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agrega una sola idea y corre. Los alumnos teclean contigo. Sesión 30-sep: pasos 1-3; sesión 2-oct: pasos 4-6.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principio que Streamlit. En VS Code sin activar el entorno: python.exe del entorno -m shiny run --reload.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transición al build-along en vivo con la guía.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SESIONES 2–3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 for Python: cómo funciona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server, y el modelo reactivo — el mismo tablero, otro motor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pensar una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Re-ejecuta el script COMPLETO en cada interacción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el widget con la variable que devuelve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directo para tableros chicos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E8F3F1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for Python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7432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re-ejecuta completo: es reactivo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Declaras UI y lógica por separado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 cuando la app crece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app de Shiny tiene tres piezas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0574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VE. Barra lateral, tarjetas, gráficos. Se declara una vez.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9601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429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LÓGICA. Aquí viven los inputs, los cálculos y los outputs.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960120" y="4892040"/>
            <a:ext cx="640080" cy="64008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9601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App(ui, server)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800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las dos piezas y arranca la app.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REACTIVO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 →  reactive  →  render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input.*()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 widget y AVISA cuando cambia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input.cobertura()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@reactive.calc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que se recalcula solo; se comparte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df_filtrado()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549640" y="219456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5496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@render.*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3337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una salida enlazada por id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tarjeta / gráfico / tabla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3246120"/>
            <a:ext cx="502920" cy="457200"/>
          </a:xfrm>
          <a:prstGeom prst="rightArrow">
            <a:avLst/>
          </a:prstGeom>
          <a:solidFill>
            <a:srgbClr val="6B7C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772400" y="3246120"/>
            <a:ext cx="502920" cy="457200"/>
          </a:xfrm>
          <a:prstGeom prst="rightArrow">
            <a:avLst/>
          </a:prstGeom>
          <a:solidFill>
            <a:srgbClr val="6B7C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un input → solo se recalcula lo que depende de él. Nada más.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IREMOS ARMANDO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esqueleto vacío al tablero completo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1440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288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UI + server que ya corre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46520" y="208483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644652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8288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input + un texto → primera reactividad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9144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0632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@reactive.calc del filtro (el corazón)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446520" y="331927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44652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0632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KPI (value_box)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914400" y="45537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91440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2976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(@render.plot)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42976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446520" y="455371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644652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2976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y más filtros → cerrar la app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Igual que Streamlit: necesita su runtime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E8F3F1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 run --reload app_shiny.py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66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http://localhost:8000 · --reload recarga al guardar (cómodo para Desarrollo)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297680"/>
            <a:ext cx="10835640" cy="1280160"/>
          </a:xfrm>
          <a:prstGeom prst="roundRect">
            <a:avLst>
              <a:gd name="adj" fmla="val 5714"/>
            </a:avLst>
          </a:prstGeom>
          <a:solidFill>
            <a:srgbClr val="FBECEC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0058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con  python app_shiny.py  ni con el botón ▶ de VS Code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'shiny run' no hay runtime, igual que pasó con Streamlit.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PARA LLEVARSE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 app, dos motores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“re-ejecuto todo” — simple y directo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Shiny: “declaro qué depende de qué” — control cuando crece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obra: armamos la app Shiny paso a paso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573</Words>
  <Application>Microsoft Office PowerPoint</Application>
  <PresentationFormat>Panorámica</PresentationFormat>
  <Paragraphs>79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 DANIEL HERNANDEZ JARDON</cp:lastModifiedBy>
  <cp:revision>2</cp:revision>
  <dcterms:created xsi:type="dcterms:W3CDTF">2026-09-28T19:13:52Z</dcterms:created>
  <dcterms:modified xsi:type="dcterms:W3CDTF">2026-09-28T21:51:06Z</dcterms:modified>
</cp:coreProperties>
</file>